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9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65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744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61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76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49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43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78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7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7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329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70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DEECF-7C8D-404F-BADB-5CD84983EACE}" type="datetimeFigureOut">
              <a:rPr lang="ru-RU" smtClean="0"/>
              <a:pPr/>
              <a:t>26.08.2021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71052-E8E4-4BDA-87EF-8C8888B740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33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154797" y="1118176"/>
            <a:ext cx="11878812" cy="85900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of upcoming product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177557" y="95994"/>
            <a:ext cx="2916422" cy="3408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53933F-8EB4-41E3-83B1-89EE452C0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9" y="95836"/>
            <a:ext cx="2047833" cy="70593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D1F1493-0969-44E1-83DE-4BA17AE18745}"/>
              </a:ext>
            </a:extLst>
          </p:cNvPr>
          <p:cNvSpPr txBox="1"/>
          <p:nvPr/>
        </p:nvSpPr>
        <p:spPr>
          <a:xfrm>
            <a:off x="7127995" y="687209"/>
            <a:ext cx="5064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   Login      Event      Accessories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asket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CC1A8E-8FD9-4495-93D0-6482086B48D8}"/>
              </a:ext>
            </a:extLst>
          </p:cNvPr>
          <p:cNvSpPr txBox="1"/>
          <p:nvPr/>
        </p:nvSpPr>
        <p:spPr>
          <a:xfrm>
            <a:off x="11411163" y="6251852"/>
            <a:ext cx="793817" cy="28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00" b="1" i="0" dirty="0" smtClean="0">
                <a:solidFill>
                  <a:srgbClr val="3831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Call</a:t>
            </a:r>
            <a:r>
              <a:rPr lang="en-US" sz="600" b="1" i="0" dirty="0">
                <a:solidFill>
                  <a:srgbClr val="38313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/>
            <a:r>
              <a:rPr lang="en-US" sz="600" b="0" i="0" dirty="0">
                <a:solidFill>
                  <a:srgbClr val="333333"/>
                </a:solidFill>
                <a:effectLst/>
                <a:latin typeface="Helvetica Neue"/>
              </a:rPr>
              <a:t> +79257337973</a:t>
            </a:r>
            <a:endParaRPr lang="en-US" sz="600" i="0" dirty="0">
              <a:effectLst/>
              <a:latin typeface="Helvetica Neue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DEC32C-41A5-4247-8728-7AE527B827EE}"/>
              </a:ext>
            </a:extLst>
          </p:cNvPr>
          <p:cNvSpPr txBox="1"/>
          <p:nvPr/>
        </p:nvSpPr>
        <p:spPr>
          <a:xfrm>
            <a:off x="11303794" y="6437571"/>
            <a:ext cx="8882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i="0" dirty="0" smtClean="0">
                <a:solidFill>
                  <a:srgbClr val="383137"/>
                </a:solidFill>
                <a:effectLst/>
                <a:latin typeface="Helvetica Neue"/>
              </a:rPr>
              <a:t>--------------------------      </a:t>
            </a:r>
          </a:p>
          <a:p>
            <a:r>
              <a:rPr lang="en-US" sz="600" b="1" i="0" dirty="0" smtClean="0">
                <a:solidFill>
                  <a:srgbClr val="383137"/>
                </a:solidFill>
                <a:effectLst/>
                <a:latin typeface="Helvetica Neue"/>
              </a:rPr>
              <a:t>Working </a:t>
            </a:r>
            <a:r>
              <a:rPr lang="en-US" sz="600" b="1" i="0" dirty="0">
                <a:solidFill>
                  <a:srgbClr val="383137"/>
                </a:solidFill>
                <a:effectLst/>
                <a:latin typeface="Helvetica Neue"/>
              </a:rPr>
              <a:t>hours:</a:t>
            </a:r>
            <a:r>
              <a:rPr lang="en-US" sz="600" b="1" i="0" dirty="0">
                <a:solidFill>
                  <a:srgbClr val="333333"/>
                </a:solidFill>
                <a:effectLst/>
                <a:latin typeface="Helvetica Neue"/>
              </a:rPr>
              <a:t> </a:t>
            </a:r>
          </a:p>
          <a:p>
            <a:r>
              <a:rPr lang="en-US" sz="6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Mon-Fri 10.00-22.00</a:t>
            </a:r>
            <a:br>
              <a:rPr lang="en-US" sz="6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Sat-Sun 10.00- 20.00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Прямоугольник 36">
            <a:extLst>
              <a:ext uri="{FF2B5EF4-FFF2-40B4-BE49-F238E27FC236}">
                <a16:creationId xmlns:a16="http://schemas.microsoft.com/office/drawing/2014/main" id="{E352D891-D0B2-448E-A2C3-3856A44166C2}"/>
              </a:ext>
            </a:extLst>
          </p:cNvPr>
          <p:cNvSpPr/>
          <p:nvPr/>
        </p:nvSpPr>
        <p:spPr>
          <a:xfrm>
            <a:off x="9801167" y="4093455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Прямоугольник 25">
            <a:extLst>
              <a:ext uri="{FF2B5EF4-FFF2-40B4-BE49-F238E27FC236}">
                <a16:creationId xmlns:a16="http://schemas.microsoft.com/office/drawing/2014/main" id="{6FC63A85-8688-486E-A6C9-7E345E4BC110}"/>
              </a:ext>
            </a:extLst>
          </p:cNvPr>
          <p:cNvSpPr/>
          <p:nvPr/>
        </p:nvSpPr>
        <p:spPr>
          <a:xfrm>
            <a:off x="10060571" y="5172905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97A35C-C24A-4E5C-9772-1143B8ACE634}"/>
              </a:ext>
            </a:extLst>
          </p:cNvPr>
          <p:cNvSpPr txBox="1"/>
          <p:nvPr/>
        </p:nvSpPr>
        <p:spPr>
          <a:xfrm>
            <a:off x="-47744" y="6067186"/>
            <a:ext cx="1381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links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3579C4-C7A5-4351-BBF9-3C87B6C36E46}"/>
              </a:ext>
            </a:extLst>
          </p:cNvPr>
          <p:cNvSpPr txBox="1"/>
          <p:nvPr/>
        </p:nvSpPr>
        <p:spPr>
          <a:xfrm>
            <a:off x="-47743" y="6326342"/>
            <a:ext cx="761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F24ECC-27C8-4AB9-897D-F774F3CD7319}"/>
              </a:ext>
            </a:extLst>
          </p:cNvPr>
          <p:cNvSpPr txBox="1"/>
          <p:nvPr/>
        </p:nvSpPr>
        <p:spPr>
          <a:xfrm>
            <a:off x="-49419" y="6570341"/>
            <a:ext cx="761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</a:p>
        </p:txBody>
      </p:sp>
      <p:sp>
        <p:nvSpPr>
          <p:cNvPr id="60" name="Title 59">
            <a:extLst>
              <a:ext uri="{FF2B5EF4-FFF2-40B4-BE49-F238E27FC236}">
                <a16:creationId xmlns:a16="http://schemas.microsoft.com/office/drawing/2014/main" id="{71EA5ADB-CD16-4D8A-B806-892E828F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978" y="6610805"/>
            <a:ext cx="1826760" cy="226851"/>
          </a:xfrm>
        </p:spPr>
        <p:txBody>
          <a:bodyPr>
            <a:noAutofit/>
          </a:bodyPr>
          <a:lstStyle/>
          <a:p>
            <a:pPr algn="ctr"/>
            <a:r>
              <a:rPr lang="en-US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@2021. All rights reserved.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F369BE1-45AD-4AD5-9D7D-21A6421275AC}"/>
              </a:ext>
            </a:extLst>
          </p:cNvPr>
          <p:cNvCxnSpPr>
            <a:cxnSpLocks/>
          </p:cNvCxnSpPr>
          <p:nvPr/>
        </p:nvCxnSpPr>
        <p:spPr>
          <a:xfrm flipV="1">
            <a:off x="-3593" y="6116875"/>
            <a:ext cx="12195592" cy="27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B01F88A-4936-4646-BA62-67D5EB197DEA}"/>
              </a:ext>
            </a:extLst>
          </p:cNvPr>
          <p:cNvCxnSpPr>
            <a:cxnSpLocks/>
          </p:cNvCxnSpPr>
          <p:nvPr/>
        </p:nvCxnSpPr>
        <p:spPr>
          <a:xfrm flipV="1">
            <a:off x="9387" y="1034939"/>
            <a:ext cx="12195593" cy="373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D7FF5AE-F3C0-4F19-8C7C-14E680B64CF7}"/>
              </a:ext>
            </a:extLst>
          </p:cNvPr>
          <p:cNvSpPr/>
          <p:nvPr/>
        </p:nvSpPr>
        <p:spPr>
          <a:xfrm>
            <a:off x="10060571" y="5669321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рямоугольник 36">
            <a:extLst>
              <a:ext uri="{FF2B5EF4-FFF2-40B4-BE49-F238E27FC236}">
                <a16:creationId xmlns:a16="http://schemas.microsoft.com/office/drawing/2014/main" id="{7CFD06B0-8F7F-48D6-9885-ABAF55B757D5}"/>
              </a:ext>
            </a:extLst>
          </p:cNvPr>
          <p:cNvSpPr/>
          <p:nvPr/>
        </p:nvSpPr>
        <p:spPr>
          <a:xfrm>
            <a:off x="7938839" y="4098113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Прямоугольник 25">
            <a:extLst>
              <a:ext uri="{FF2B5EF4-FFF2-40B4-BE49-F238E27FC236}">
                <a16:creationId xmlns:a16="http://schemas.microsoft.com/office/drawing/2014/main" id="{476E2840-487E-4A68-8F99-FCC088E6E5BB}"/>
              </a:ext>
            </a:extLst>
          </p:cNvPr>
          <p:cNvSpPr/>
          <p:nvPr/>
        </p:nvSpPr>
        <p:spPr>
          <a:xfrm>
            <a:off x="8198243" y="5177563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600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FDB21B9-8B4F-4FCB-AD81-BD3FF6C42783}"/>
              </a:ext>
            </a:extLst>
          </p:cNvPr>
          <p:cNvSpPr/>
          <p:nvPr/>
        </p:nvSpPr>
        <p:spPr>
          <a:xfrm>
            <a:off x="8198243" y="5673979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Прямоугольник 36">
            <a:extLst>
              <a:ext uri="{FF2B5EF4-FFF2-40B4-BE49-F238E27FC236}">
                <a16:creationId xmlns:a16="http://schemas.microsoft.com/office/drawing/2014/main" id="{F833F707-DEB3-4E4B-B89C-30527CD6C1DF}"/>
              </a:ext>
            </a:extLst>
          </p:cNvPr>
          <p:cNvSpPr/>
          <p:nvPr/>
        </p:nvSpPr>
        <p:spPr>
          <a:xfrm>
            <a:off x="6072921" y="4093455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Прямоугольник 25">
            <a:extLst>
              <a:ext uri="{FF2B5EF4-FFF2-40B4-BE49-F238E27FC236}">
                <a16:creationId xmlns:a16="http://schemas.microsoft.com/office/drawing/2014/main" id="{75091FFB-B69C-4471-9E05-4563809D9A31}"/>
              </a:ext>
            </a:extLst>
          </p:cNvPr>
          <p:cNvSpPr/>
          <p:nvPr/>
        </p:nvSpPr>
        <p:spPr>
          <a:xfrm>
            <a:off x="6332325" y="5172905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550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1BDA289-871B-4B8F-AA4F-292CC7C8C83D}"/>
              </a:ext>
            </a:extLst>
          </p:cNvPr>
          <p:cNvSpPr/>
          <p:nvPr/>
        </p:nvSpPr>
        <p:spPr>
          <a:xfrm>
            <a:off x="6332325" y="5669321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Прямоугольник 36">
            <a:extLst>
              <a:ext uri="{FF2B5EF4-FFF2-40B4-BE49-F238E27FC236}">
                <a16:creationId xmlns:a16="http://schemas.microsoft.com/office/drawing/2014/main" id="{E696F4DB-FF65-4CA2-B562-6829DA0D9E0D}"/>
              </a:ext>
            </a:extLst>
          </p:cNvPr>
          <p:cNvSpPr/>
          <p:nvPr/>
        </p:nvSpPr>
        <p:spPr>
          <a:xfrm>
            <a:off x="4207003" y="4093455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Прямоугольник 25">
            <a:extLst>
              <a:ext uri="{FF2B5EF4-FFF2-40B4-BE49-F238E27FC236}">
                <a16:creationId xmlns:a16="http://schemas.microsoft.com/office/drawing/2014/main" id="{78A917F0-602B-4212-93C0-9AD38FCCD531}"/>
              </a:ext>
            </a:extLst>
          </p:cNvPr>
          <p:cNvSpPr/>
          <p:nvPr/>
        </p:nvSpPr>
        <p:spPr>
          <a:xfrm>
            <a:off x="4466407" y="5172905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BC1DAE0-9190-4690-9FEF-BE094D93329F}"/>
              </a:ext>
            </a:extLst>
          </p:cNvPr>
          <p:cNvSpPr/>
          <p:nvPr/>
        </p:nvSpPr>
        <p:spPr>
          <a:xfrm>
            <a:off x="4466407" y="5669321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Прямоугольник 36">
            <a:extLst>
              <a:ext uri="{FF2B5EF4-FFF2-40B4-BE49-F238E27FC236}">
                <a16:creationId xmlns:a16="http://schemas.microsoft.com/office/drawing/2014/main" id="{4DD00676-393C-46FA-915C-AF7AD5A9B92D}"/>
              </a:ext>
            </a:extLst>
          </p:cNvPr>
          <p:cNvSpPr/>
          <p:nvPr/>
        </p:nvSpPr>
        <p:spPr>
          <a:xfrm>
            <a:off x="2342880" y="4093455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 25">
            <a:extLst>
              <a:ext uri="{FF2B5EF4-FFF2-40B4-BE49-F238E27FC236}">
                <a16:creationId xmlns:a16="http://schemas.microsoft.com/office/drawing/2014/main" id="{077BDE81-3CDA-4E10-84BE-E2E6C0019854}"/>
              </a:ext>
            </a:extLst>
          </p:cNvPr>
          <p:cNvSpPr/>
          <p:nvPr/>
        </p:nvSpPr>
        <p:spPr>
          <a:xfrm>
            <a:off x="2602284" y="5172905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76EB567-6AF3-4E49-A93B-AE6EF76BFDED}"/>
              </a:ext>
            </a:extLst>
          </p:cNvPr>
          <p:cNvSpPr/>
          <p:nvPr/>
        </p:nvSpPr>
        <p:spPr>
          <a:xfrm>
            <a:off x="2602284" y="5669321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Прямоугольник 36">
            <a:extLst>
              <a:ext uri="{FF2B5EF4-FFF2-40B4-BE49-F238E27FC236}">
                <a16:creationId xmlns:a16="http://schemas.microsoft.com/office/drawing/2014/main" id="{D65BA720-1800-447A-AD96-7F24598D351C}"/>
              </a:ext>
            </a:extLst>
          </p:cNvPr>
          <p:cNvSpPr/>
          <p:nvPr/>
        </p:nvSpPr>
        <p:spPr>
          <a:xfrm>
            <a:off x="478757" y="4093455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Прямоугольник 25">
            <a:extLst>
              <a:ext uri="{FF2B5EF4-FFF2-40B4-BE49-F238E27FC236}">
                <a16:creationId xmlns:a16="http://schemas.microsoft.com/office/drawing/2014/main" id="{158CAF4B-68B2-4B87-9BDF-7BCCE3FEE01E}"/>
              </a:ext>
            </a:extLst>
          </p:cNvPr>
          <p:cNvSpPr/>
          <p:nvPr/>
        </p:nvSpPr>
        <p:spPr>
          <a:xfrm>
            <a:off x="738161" y="5172905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C79B161-44A9-4479-AC8F-4C5D0CC117F6}"/>
              </a:ext>
            </a:extLst>
          </p:cNvPr>
          <p:cNvSpPr/>
          <p:nvPr/>
        </p:nvSpPr>
        <p:spPr>
          <a:xfrm>
            <a:off x="738161" y="5669321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Прямоугольник 36">
            <a:extLst>
              <a:ext uri="{FF2B5EF4-FFF2-40B4-BE49-F238E27FC236}">
                <a16:creationId xmlns:a16="http://schemas.microsoft.com/office/drawing/2014/main" id="{ABC856D5-2576-4C03-B1F0-20FB34A99CD6}"/>
              </a:ext>
            </a:extLst>
          </p:cNvPr>
          <p:cNvSpPr/>
          <p:nvPr/>
        </p:nvSpPr>
        <p:spPr>
          <a:xfrm>
            <a:off x="9828978" y="2089190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Прямоугольник 25">
            <a:extLst>
              <a:ext uri="{FF2B5EF4-FFF2-40B4-BE49-F238E27FC236}">
                <a16:creationId xmlns:a16="http://schemas.microsoft.com/office/drawing/2014/main" id="{09F6051D-6EE6-461F-B954-335259C5EEA0}"/>
              </a:ext>
            </a:extLst>
          </p:cNvPr>
          <p:cNvSpPr/>
          <p:nvPr/>
        </p:nvSpPr>
        <p:spPr>
          <a:xfrm>
            <a:off x="10088382" y="3168640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350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F5BA832-A615-4196-8901-87B88A701561}"/>
              </a:ext>
            </a:extLst>
          </p:cNvPr>
          <p:cNvSpPr/>
          <p:nvPr/>
        </p:nvSpPr>
        <p:spPr>
          <a:xfrm>
            <a:off x="10088382" y="3665056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Прямоугольник 36">
            <a:extLst>
              <a:ext uri="{FF2B5EF4-FFF2-40B4-BE49-F238E27FC236}">
                <a16:creationId xmlns:a16="http://schemas.microsoft.com/office/drawing/2014/main" id="{110FC423-0BD8-49AB-AE26-7DB583AC3C10}"/>
              </a:ext>
            </a:extLst>
          </p:cNvPr>
          <p:cNvSpPr/>
          <p:nvPr/>
        </p:nvSpPr>
        <p:spPr>
          <a:xfrm>
            <a:off x="7966650" y="2093848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Прямоугольник 25">
            <a:extLst>
              <a:ext uri="{FF2B5EF4-FFF2-40B4-BE49-F238E27FC236}">
                <a16:creationId xmlns:a16="http://schemas.microsoft.com/office/drawing/2014/main" id="{BC49B5B1-BC20-494E-8D64-B9882D6D175F}"/>
              </a:ext>
            </a:extLst>
          </p:cNvPr>
          <p:cNvSpPr/>
          <p:nvPr/>
        </p:nvSpPr>
        <p:spPr>
          <a:xfrm>
            <a:off x="8226054" y="3173298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7025366-C9C2-4893-ADB4-BB1129FEBE95}"/>
              </a:ext>
            </a:extLst>
          </p:cNvPr>
          <p:cNvSpPr/>
          <p:nvPr/>
        </p:nvSpPr>
        <p:spPr>
          <a:xfrm>
            <a:off x="8226054" y="3669714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Прямоугольник 36">
            <a:extLst>
              <a:ext uri="{FF2B5EF4-FFF2-40B4-BE49-F238E27FC236}">
                <a16:creationId xmlns:a16="http://schemas.microsoft.com/office/drawing/2014/main" id="{E791A062-4ACD-4816-8A74-1EA558B0928E}"/>
              </a:ext>
            </a:extLst>
          </p:cNvPr>
          <p:cNvSpPr/>
          <p:nvPr/>
        </p:nvSpPr>
        <p:spPr>
          <a:xfrm>
            <a:off x="6100732" y="2089190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Прямоугольник 25">
            <a:extLst>
              <a:ext uri="{FF2B5EF4-FFF2-40B4-BE49-F238E27FC236}">
                <a16:creationId xmlns:a16="http://schemas.microsoft.com/office/drawing/2014/main" id="{9168E1C1-84DF-4DB9-876B-923D6A14DA6A}"/>
              </a:ext>
            </a:extLst>
          </p:cNvPr>
          <p:cNvSpPr/>
          <p:nvPr/>
        </p:nvSpPr>
        <p:spPr>
          <a:xfrm>
            <a:off x="6360136" y="3168640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32BCF8A-698D-4DD0-8AB7-CC341F697EA2}"/>
              </a:ext>
            </a:extLst>
          </p:cNvPr>
          <p:cNvSpPr/>
          <p:nvPr/>
        </p:nvSpPr>
        <p:spPr>
          <a:xfrm>
            <a:off x="6360136" y="3665056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Прямоугольник 36">
            <a:extLst>
              <a:ext uri="{FF2B5EF4-FFF2-40B4-BE49-F238E27FC236}">
                <a16:creationId xmlns:a16="http://schemas.microsoft.com/office/drawing/2014/main" id="{3BA430C3-EA27-459F-AFEB-1A3D4C53AA73}"/>
              </a:ext>
            </a:extLst>
          </p:cNvPr>
          <p:cNvSpPr/>
          <p:nvPr/>
        </p:nvSpPr>
        <p:spPr>
          <a:xfrm>
            <a:off x="4234814" y="2089190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Прямоугольник 25">
            <a:extLst>
              <a:ext uri="{FF2B5EF4-FFF2-40B4-BE49-F238E27FC236}">
                <a16:creationId xmlns:a16="http://schemas.microsoft.com/office/drawing/2014/main" id="{C2F2AEBC-9EAC-40AC-8D01-CDFF99094E4C}"/>
              </a:ext>
            </a:extLst>
          </p:cNvPr>
          <p:cNvSpPr/>
          <p:nvPr/>
        </p:nvSpPr>
        <p:spPr>
          <a:xfrm>
            <a:off x="4494218" y="3168640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00 $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5B1830B-A980-44B9-A812-4910DF98A5DA}"/>
              </a:ext>
            </a:extLst>
          </p:cNvPr>
          <p:cNvSpPr/>
          <p:nvPr/>
        </p:nvSpPr>
        <p:spPr>
          <a:xfrm>
            <a:off x="4494218" y="3665056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Прямоугольник 36">
            <a:extLst>
              <a:ext uri="{FF2B5EF4-FFF2-40B4-BE49-F238E27FC236}">
                <a16:creationId xmlns:a16="http://schemas.microsoft.com/office/drawing/2014/main" id="{77155352-0A59-4F86-87C3-C7FD631C96A4}"/>
              </a:ext>
            </a:extLst>
          </p:cNvPr>
          <p:cNvSpPr/>
          <p:nvPr/>
        </p:nvSpPr>
        <p:spPr>
          <a:xfrm>
            <a:off x="2370691" y="2089190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Прямоугольник 25">
            <a:extLst>
              <a:ext uri="{FF2B5EF4-FFF2-40B4-BE49-F238E27FC236}">
                <a16:creationId xmlns:a16="http://schemas.microsoft.com/office/drawing/2014/main" id="{DB4E1A04-D71B-448B-B48E-319D8C7DDA68}"/>
              </a:ext>
            </a:extLst>
          </p:cNvPr>
          <p:cNvSpPr/>
          <p:nvPr/>
        </p:nvSpPr>
        <p:spPr>
          <a:xfrm>
            <a:off x="2630095" y="3168640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86EA691B-4B3A-49EB-81F9-2A95881F8D9C}"/>
              </a:ext>
            </a:extLst>
          </p:cNvPr>
          <p:cNvSpPr/>
          <p:nvPr/>
        </p:nvSpPr>
        <p:spPr>
          <a:xfrm>
            <a:off x="2630095" y="3665056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Прямоугольник 36">
            <a:extLst>
              <a:ext uri="{FF2B5EF4-FFF2-40B4-BE49-F238E27FC236}">
                <a16:creationId xmlns:a16="http://schemas.microsoft.com/office/drawing/2014/main" id="{CCE0D45B-3908-4414-8C4B-27FE8ADD42EB}"/>
              </a:ext>
            </a:extLst>
          </p:cNvPr>
          <p:cNvSpPr/>
          <p:nvPr/>
        </p:nvSpPr>
        <p:spPr>
          <a:xfrm>
            <a:off x="506568" y="2089190"/>
            <a:ext cx="1763748" cy="107945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Image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Прямоугольник 25">
            <a:extLst>
              <a:ext uri="{FF2B5EF4-FFF2-40B4-BE49-F238E27FC236}">
                <a16:creationId xmlns:a16="http://schemas.microsoft.com/office/drawing/2014/main" id="{EBBD1A38-5C51-49D8-9BD7-2580B7ACEB11}"/>
              </a:ext>
            </a:extLst>
          </p:cNvPr>
          <p:cNvSpPr/>
          <p:nvPr/>
        </p:nvSpPr>
        <p:spPr>
          <a:xfrm>
            <a:off x="765972" y="3168640"/>
            <a:ext cx="12356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100 $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593973B0-72AF-4D25-A6A2-DD390F41DA65}"/>
              </a:ext>
            </a:extLst>
          </p:cNvPr>
          <p:cNvSpPr/>
          <p:nvPr/>
        </p:nvSpPr>
        <p:spPr>
          <a:xfrm>
            <a:off x="765972" y="3665056"/>
            <a:ext cx="1198781" cy="2593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to card</a:t>
            </a:r>
            <a:endParaRPr lang="ru-RU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9771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5882</TotalTime>
  <Words>155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Times New Roman</vt:lpstr>
      <vt:lpstr>Тема Office</vt:lpstr>
      <vt:lpstr>@2021. All rights reserved.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FDF</dc:title>
  <dc:creator>MUKHA</dc:creator>
  <cp:lastModifiedBy>Abdul Bari Rasuly</cp:lastModifiedBy>
  <cp:revision>104</cp:revision>
  <dcterms:created xsi:type="dcterms:W3CDTF">2020-02-28T21:36:06Z</dcterms:created>
  <dcterms:modified xsi:type="dcterms:W3CDTF">2021-08-25T23:53:02Z</dcterms:modified>
</cp:coreProperties>
</file>